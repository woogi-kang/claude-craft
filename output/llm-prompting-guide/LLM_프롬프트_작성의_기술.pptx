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프롬프트 작성의 기술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657600" y="3200400"/>
            <a:ext cx="4873752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3832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Code와 AI를 200% 활용하는 프롬프팅 가이드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640080" cy="64008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프롬프트 엔지니어링이란?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640080" cy="64008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651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7가지 핵심 원칙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640080" cy="64008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57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36576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실전 프롬프트 예시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640080" cy="64008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663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4663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핵심 요약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36576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10896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엔지니어링이란?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AI와 효과적으로 대화하는 방법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= AI와의 대화 언어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품질이 AI 응답의 정확성, 관련성, 일관성을 결정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4.x는 이전 버전보다 지시를 더 정확히 따름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 그대로 실행하므로 구체적인 지시가 필수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solidFill>
            <a:srgbClr val="1A1A25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모호한 지시는 모호한 결과를 낳는다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36576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10896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핵심 원칙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엔지니어링의 본질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1: 명확하고 구체적으로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4846320" cy="2926080"/>
          </a:xfrm>
          <a:prstGeom prst="rect">
            <a:avLst/>
          </a:prstGeom>
          <a:solidFill>
            <a:srgbClr val="1A1A25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4297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코드 작성해줘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88152" y="1463040"/>
            <a:ext cx="4846320" cy="2926080"/>
          </a:xfrm>
          <a:prstGeom prst="rect">
            <a:avLst/>
          </a:prstGeom>
          <a:solidFill>
            <a:srgbClr val="1A1A25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88152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062472" y="2103120"/>
            <a:ext cx="4297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사용자 인증을 처리하는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함수를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 토큰 방식으로 작성해줘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25603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67EEA"/>
                </a:solidFill>
              </a:rPr>
              <a:t>→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2: 맥락과 이유 설명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4846320" cy="2926080"/>
          </a:xfrm>
          <a:prstGeom prst="rect">
            <a:avLst/>
          </a:prstGeom>
          <a:solidFill>
            <a:srgbClr val="1A1A25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4297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줄임표 사용 금지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88152" y="1463040"/>
            <a:ext cx="4846320" cy="2926080"/>
          </a:xfrm>
          <a:prstGeom prst="rect">
            <a:avLst/>
          </a:prstGeom>
          <a:solidFill>
            <a:srgbClr val="1A1A25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88152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062472" y="2103120"/>
            <a:ext cx="4297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TTS 엔진이 읽을 것이므로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줄임표 사용 금지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25603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67EEA"/>
                </a:solidFill>
              </a:rPr>
              <a:t>→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3: 예시로 보여주기 (Few-shot)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1-3개의 예시를 제공하면 원하는 출력 형식을 정확히 전달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패턴을 학습하여 정확도가 크게 향상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JSON, 코드, 문서 형식 등 모든 출력에 적용 가능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4: 생각의 사슬 (Chain-of-Thought)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"단계별로 생각해봐" 한 줄 추가로 정확도 향상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Extended Thinking 활성화 시 복잡한 추론 성능 대폭 향상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수학, 논리, 코드 디버깅 등에 효과적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solidFill>
            <a:srgbClr val="1A1A25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"단계별로 생각해줘" 한 줄 추가로 정확도 대폭 향상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5: XML 태그로 구조화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3840480"/>
          </a:xfrm>
          <a:prstGeom prst="rect">
            <a:avLst/>
          </a:prstGeom>
          <a:solidFill>
            <a:srgbClr val="0D0D12"/>
          </a:solidFill>
          <a:ln w="12700">
            <a:solidFill>
              <a:srgbClr val="667EEA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481328"/>
            <a:ext cx="137160" cy="1371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481328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481328"/>
            <a:ext cx="137160" cy="1371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920240"/>
            <a:ext cx="103601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프로젝트는 React + TypeScript 기반입니다.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&lt;/context&gt;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&lt;task&gt;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로그인 컴포넌트를 만들어주세요.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&lt;/task&gt;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&lt;format&gt;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TypeScript로 작성해주세요.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&lt;/format&gt;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6: 역할 부여하기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역할을 부여하면 해당 관점에서 더 전문적인 답변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"당신은 10년 경력의 시니어 개발자입니다" - 품질 향상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Role-Context-Task 3계층 구조로 명확한 역할 정의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7: 반복해서 개선하기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시도에 완벽한 프롬프트를 기대하지 않기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단어 변경도 결과에 큰 영향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→ 조정 → 재테스트 사이클 반복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solidFill>
            <a:srgbClr val="1A1A25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프롬프트는 한 번에 완성되지 않는다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36576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10896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프롬프트 예시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개발팀 · 영업팀 · 기획팀 맞춤 활용법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개발팀: 코드리뷰 · 디버깅 · 리팩토링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[코드리뷰] "시니어 개발자로서 보안 취약점, 성능 이슈, 컨벤션 관점에서 우선순위별 정리"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[디버깅] "단계별로 원인 분석: 에러 위치 → 근본 원인 → 해결 방법 → 예방책"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[리팩토링] "SOLID 원칙 위반 지적 + Before/After 비교 + 변경 이유 설명"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solidFill>
            <a:srgbClr val="1A1A25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부여 + 단계별 분석 + 구체적 관점 요청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영업/마케팅팀: 이메일 · 제안서 · 고객분석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[콜드메일] "B2B 전문가로서 150자 이내, pain point → 핵심가치 → 데모 제안"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[경쟁분석] "기능/가격/타겟 관점 비교표 + 차별화 포인트 3가지 + 영업 멘트"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[리뷰대응] "친근하지만 전문적 톤으로 공감 → 책임 → 해결 → 긍정 마무리"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solidFill>
            <a:srgbClr val="1A1A25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제약조건(길이/형식) + 구조화된 출력 요청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기획/경영지원: 보고서 · 회의록 · 분석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[회의록] "결정사항/논의사항/Action Item 구분, 담당자·마감일 명시"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5856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[SWOT] "단계별로 생각하며 항목 5개씩 도출 → SO/ST/WO/WT 전략 → 액션"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109728" cy="109728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[데이터분석] "Let's think step by step. 트렌드 → 이상치 → 가설 → 인사이트 3개"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solidFill>
            <a:srgbClr val="1A1A25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548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Chain of Thought로 체계적 분석 유도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요약: 검증된 5가지 기법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920240" cy="365760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XML 태그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구조화된 프롬프트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0" y="1371600"/>
            <a:ext cx="1920240" cy="365760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1554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83464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Extended Thinking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4640" y="31089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충분한 생각 시간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1371600"/>
            <a:ext cx="1920240" cy="365760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554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지시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1089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요청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1371600"/>
            <a:ext cx="1920240" cy="365760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1554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04088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Few-shot 예시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31089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함께 제공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52560" y="1371600"/>
            <a:ext cx="1920240" cy="3657600"/>
          </a:xfrm>
          <a:prstGeom prst="rect">
            <a:avLst/>
          </a:prstGeom>
          <a:solidFill>
            <a:srgbClr val="1A1A2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15544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67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44000" y="22860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컨텍스트 배치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10896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 정보 먼저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9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구체적일수록 정확하다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2286000" y="256032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명확하고 구체적으로 지시하기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286000" y="310896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예시와 컨텍스트로 맥락 제공하기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365760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XML 태그로 구조화하고 반복해서 개선하기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572000"/>
            <a:ext cx="5788152" cy="6400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4572000"/>
            <a:ext cx="5788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실천해보세요!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</a:rPr>
              <a:t>18 / 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LLM_프롬프트_작성의_기술</dc:title>
  <dc:subject>PptxGenJS Presentation</dc:subject>
  <dc:creator>Claude Code PPT Agent</dc:creator>
  <cp:lastModifiedBy>Claude Code PPT Agent</cp:lastModifiedBy>
  <cp:revision>1</cp:revision>
  <dcterms:created xsi:type="dcterms:W3CDTF">2026-01-07T04:35:51Z</dcterms:created>
  <dcterms:modified xsi:type="dcterms:W3CDTF">2026-01-07T04:35:51Z</dcterms:modified>
</cp:coreProperties>
</file>